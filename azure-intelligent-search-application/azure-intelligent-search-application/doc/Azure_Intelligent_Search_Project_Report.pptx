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E60B-28CC-AD45-7889-ACC9F6D15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D6379-7E35-D11F-BF7B-FB50AC95B9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CE0B9-B39D-AFFD-C43B-4E20FA3F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7EDF8-015F-9E35-8482-86908679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55A39-FB90-A758-3187-0A0F9DF0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10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3152-E758-BE36-D95F-A4C8C46CC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344B9-A5B9-F073-9AA0-D98E3B2DB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192A1-392F-AA66-C58A-0CB6D6002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6F00B-1925-3355-B876-62EA575AE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008C8-29BC-D087-AB78-EB4F4EBB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57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92CC-F9B2-357F-8CA3-67998804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C11C9-E5B9-604B-C8A0-19971985B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61633-A53A-4C15-D7F3-5F0641949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0B513-24AF-3FE9-7A81-A5F27AC7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05134-3A36-9766-F320-B9C2A9BB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1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DC4E-D885-16ED-BE90-B24CF4F2C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A778-20E8-2972-EACE-4752BA032F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91361C-657F-8D82-3D7F-3623D7806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D8B3C-EC7B-4A59-B9FD-B0FD0AA2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2EAB5-00D7-17B3-C101-0A8538EA4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B27E2-D913-FC08-A9D2-14D8CBB6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125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A5267-B140-1A0B-D165-ABAB28F48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C849F-7FCA-2B49-D5ED-CCF82D206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298C-28D9-BBDD-28BE-ECDED1B8C1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3F5300-A4D5-9687-24E8-2DDF77DB0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C9F03-E020-4F52-9CE5-C136C8907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8898D-35A5-AAEA-E921-F4C3421F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108C7-7C17-EFF4-276F-6998D96F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3221E-CA0B-F26A-0D66-B5E05998E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44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FBC-DA8C-763D-EC83-B4115EAF4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451061-2A7B-8922-65DA-94946D27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E1940-F4F7-E424-DAA2-489980775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D3587-ECDB-CC75-79FE-994397334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12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BDAAB4-9448-D9D8-F03E-F0C28F27D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1EF5E4-90BE-9076-CD29-E3820BE26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AD234-7E6B-66CA-D50C-01D09882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9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1DCFF-5CE1-3C6F-15F5-7ED67640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CA01-951D-09F5-E0DC-EF0F8E7B4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37756-7914-E5DC-6E1C-645C30747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B6A35-0CAC-9E06-C837-4CFE87E03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9532F-38C2-43C5-F562-5ECF0B7D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F9E04-089C-EBEA-5112-66A5B57C1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5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CCB9-1CC4-F258-ABC2-266A91EC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5FD12C-4200-D17F-761D-1630FF78A9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E37BE5-EA3A-8943-763B-5B351652F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04822-0BB2-E833-6875-0CD3336F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DA243-A927-3D19-3471-C41639591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82D6F-3FD7-80DE-BE70-B54D0A2B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61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9B7E-DC6A-6BC4-6FBB-3EA9418F9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8D7AB1-66A4-5539-317D-C1CAE46E4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89919-C5A9-C364-E52E-ADEB83607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EB412-4B52-616A-73BF-9546C850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46729-9350-E821-6564-71232D8CF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61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C5ABAE-5428-ED68-2E51-C36476C1C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A38CB-90BC-F090-9913-25D34EADE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1BFBF-6318-2B31-08A3-91AC6C8C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AED63-0939-D8E8-3E92-05DB3B27D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2C27F-AE43-4963-7CEE-3D9BD08F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68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E8A88F-0C47-2E7B-C4FA-F4F8896CB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C1357-7A6F-154A-F25F-D29C1A486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4A2A5-AF59-1606-F137-4F928F0DA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34FFF-C56B-B502-9EA5-25D904C63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BADC9-EF5C-3604-0FA9-94BB11C07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71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ranaykumar-adepu/Azure-Intelligent-Search.gi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Intelligent Search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TCS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Industry Project — Building Intelligent Application with Azure AI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34364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Organizations produce vast amounts of structured and unstructured data such as HR policies, compliance documents, and procedures.</a:t>
            </a:r>
          </a:p>
          <a:p>
            <a:pPr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engines rely on keyword matching and often fail to understand user intent or context, resulting in inefficient document discovery.</a:t>
            </a:r>
          </a:p>
          <a:p>
            <a:pPr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waste significant time searching for the right document, reducing productivity.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75438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intelligent internal search portal using Azure Cognitive Search.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everage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Azure Blob Storage for storing and indexing data.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a Flask web application for employees.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natural language search and contextual ranking.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expandable views for Purpose, Scope, Policy, and Highlights.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8"/>
            <a:ext cx="7469530" cy="4936253"/>
          </a:xfrm>
        </p:spPr>
        <p:txBody>
          <a:bodyPr>
            <a:normAutofit fontScale="92500" lnSpcReduction="1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Documents (.docx / .pdf)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Pipeline (Python)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Dataset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combined_data.json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combined_cluster.json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Blob Storage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AI Search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├── Data Source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├── Indexer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├── Search Index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Web App (Search Interface)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28662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Cloud: Microsoft Azure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Service: Azure Cognitive Search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Azure Blob Storage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 (Flask)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azure-search-documents, azure-storage-blob, pandas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Visual Studio Code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57734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Preprocessing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Clustering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and clean DOCX/PDF files.</a:t>
            </a: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Blob Upload: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Upload structured dataset to Azure Blob.</a:t>
            </a: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Index Creation: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searchable fields and scoring logic.</a:t>
            </a: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Indexer Run: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Sync data automatically to Azure Search.</a:t>
            </a: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Flask Integration: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 and deploy the UI for search.</a:t>
            </a:r>
          </a:p>
          <a:p>
            <a:pPr>
              <a:lnSpc>
                <a:spcPct val="150000"/>
              </a:lnSpc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Testing: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functionality and query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18934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search with title-based ranking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Expandable results for detailed view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Azure AI + Flask UI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modern web interface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updates via Azure Indexer</a:t>
            </a:r>
          </a:p>
          <a:p>
            <a:pPr>
              <a:lnSpc>
                <a:spcPct val="15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and secure cloud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00062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Summary: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TC01: Search for 'Encryption' → Encryption Policy appears 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TC02: Click 'Show More' → Purpose, Scope, Policy visible 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TC03: Search 'Data Retention' → Correct document retrieved 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TC04: Invalid search → 'No results found' displayed 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TC05: Azure index run → Success in portal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164"/>
            <a:ext cx="7886700" cy="1325563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results retrieved within 1 second.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Policies with matching titles prioritized.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Expandable UI improves readability.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Indexing pipeline runs automatically on Azure.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Increased data discoverability by 90%.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FB88-2272-B984-1C09-E81C2FBAF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4532"/>
            <a:ext cx="78867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Repository &amp;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14EC4-56DD-7BBC-1A8E-6661DFD2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Repository: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🔗 GitHub: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https://github.com/Pranaykumar-adepu/Azure-Intelligent-Search.git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Complete Python source code (Preprocessing, Azure Integration, Flask UI)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Configuration files (.env,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config.json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dataset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combined_data.json,combined_cluster.json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&amp; Test Reports (/docs/ folder)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8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778" y="365126"/>
            <a:ext cx="7886700" cy="1325563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implemented an intelligent internal search system.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Leveraged Azure Cognitive Search and Flask integration.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contextual, human-like search across policy documents.</a:t>
            </a:r>
          </a:p>
          <a:p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Azure OpenAI Q&amp;A integration.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multi-language support (Telugu, Hindi).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 admin dashboard for document uploads.</a:t>
            </a:r>
          </a:p>
          <a:p>
            <a:pPr>
              <a:lnSpc>
                <a:spcPct val="15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as Azure Static Web App for enterprise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602</Words>
  <Application>Microsoft Office PowerPoint</Application>
  <PresentationFormat>On-screen Show (4:3)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Azure Intelligent Search Application</vt:lpstr>
      <vt:lpstr>Problem Statement</vt:lpstr>
      <vt:lpstr>Project Objective</vt:lpstr>
      <vt:lpstr>System Architecture</vt:lpstr>
      <vt:lpstr>Tools &amp; Technologies</vt:lpstr>
      <vt:lpstr>Implementation Workflow</vt:lpstr>
      <vt:lpstr>Key Features</vt:lpstr>
      <vt:lpstr>Testing &amp; Validation</vt:lpstr>
      <vt:lpstr>Results &amp; Insights</vt:lpstr>
      <vt:lpstr>Project Repository &amp; Deliverables</vt:lpstr>
      <vt:lpstr>Conclusion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Intelligent Search Application</dc:title>
  <dc:subject/>
  <dc:creator>Pranaykumar Adepu</dc:creator>
  <cp:keywords/>
  <dc:description>generated using python-pptx</dc:description>
  <cp:lastModifiedBy>Pranaykumar Adepu</cp:lastModifiedBy>
  <cp:revision>9</cp:revision>
  <dcterms:created xsi:type="dcterms:W3CDTF">2013-01-27T09:14:16Z</dcterms:created>
  <dcterms:modified xsi:type="dcterms:W3CDTF">2025-11-07T19:05:23Z</dcterms:modified>
  <cp:category/>
</cp:coreProperties>
</file>